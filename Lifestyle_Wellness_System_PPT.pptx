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Lifestyle Wellness Companion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Name: Vedaditya</a:t>
            </a:r>
          </a:p>
          <a:p>
            <a:r>
              <a:t>Course: Data Structures &amp; Algorithms</a:t>
            </a:r>
          </a:p>
          <a:p>
            <a:r>
              <a:t>Project: Java Swing Wellness Tracking System</a:t>
            </a:r>
          </a:p>
          <a:p>
            <a:r>
              <a:t>Guided by: Faculty Supervisor</a:t>
            </a:r>
          </a:p>
          <a:p>
            <a:r>
              <a:t>Department: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Abstract</a:t>
            </a:r>
          </a:p>
          <a:p>
            <a:r>
              <a:t>2. Existing System</a:t>
            </a:r>
          </a:p>
          <a:p>
            <a:r>
              <a:t>3. Proposed System</a:t>
            </a:r>
          </a:p>
          <a:p>
            <a:r>
              <a:t>4. System Architecture</a:t>
            </a:r>
          </a:p>
          <a:p>
            <a:r>
              <a:t>5. Project Modules</a:t>
            </a:r>
          </a:p>
          <a:p>
            <a:r>
              <a:t>6. Objectives</a:t>
            </a:r>
          </a:p>
          <a:p>
            <a:r>
              <a:t>7. CO Attainments</a:t>
            </a:r>
          </a:p>
          <a:p>
            <a:r>
              <a:t>8. Screenshots</a:t>
            </a:r>
          </a:p>
          <a:p>
            <a:r>
              <a:t>9.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Lifestyle Wellness Companion System is a Java Swing based desktop application designed to help users track and manage daily wellness activities.</a:t>
            </a:r>
          </a:p>
          <a:p/>
          <a:p>
            <a:r>
              <a:t>The system monitors steps, water intake, sleep hours, and mood tracking through an interactive dashboard.</a:t>
            </a:r>
          </a:p>
          <a:p>
            <a:r>
              <a:t>It provides progress visualization using progress bars and allows users to maintain daily goals and personal profiles.</a:t>
            </a:r>
          </a:p>
          <a:p>
            <a:r>
              <a:t>The application demonstrates the use of Java GUI programming, event handling, and structured program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individuals track health manually using notebooks or mobile notes.</a:t>
            </a:r>
          </a:p>
          <a:p>
            <a:r>
              <a:t>Manual tracking is time‑consuming and often inconsistent.</a:t>
            </a:r>
          </a:p>
          <a:p>
            <a:r>
              <a:t>Users cannot easily visualize daily progress.</a:t>
            </a:r>
          </a:p>
          <a:p>
            <a:r>
              <a:t>No centralized dashboard for health monitoring.</a:t>
            </a:r>
          </a:p>
          <a:p>
            <a:r>
              <a:t>Lack of motivation due to absence of visual progress indicators.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proposed system is a Java-based Lifestyle Wellness Companion System.</a:t>
            </a:r>
          </a:p>
          <a:p>
            <a:r>
              <a:t>It provides a graphical dashboard to track wellness activities.</a:t>
            </a:r>
          </a:p>
          <a:p>
            <a:r>
              <a:t>Users can monitor steps, water intake, sleep hours, and mood.</a:t>
            </a:r>
          </a:p>
          <a:p>
            <a:r>
              <a:t>Daily goals can be added and managed.</a:t>
            </a:r>
          </a:p>
          <a:p>
            <a:r>
              <a:t>The system visually displays health progress using progress bars.</a:t>
            </a:r>
          </a:p>
          <a:p>
            <a:r>
              <a:t>It provides a simple and interactive wellness tracking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 Layer (Java Swing)</a:t>
            </a:r>
          </a:p>
          <a:p>
            <a:r>
              <a:t>- Dashboard</a:t>
            </a:r>
          </a:p>
          <a:p>
            <a:r>
              <a:t>- Sidebar Navigation</a:t>
            </a:r>
          </a:p>
          <a:p>
            <a:r>
              <a:t>- Health Tracker</a:t>
            </a:r>
          </a:p>
          <a:p/>
          <a:p>
            <a:r>
              <a:t>Application Logic Layer</a:t>
            </a:r>
          </a:p>
          <a:p>
            <a:r>
              <a:t>- Event Handling</a:t>
            </a:r>
          </a:p>
          <a:p>
            <a:r>
              <a:t>- Progress Updates</a:t>
            </a:r>
          </a:p>
          <a:p>
            <a:r>
              <a:t>- Goal Management</a:t>
            </a:r>
          </a:p>
          <a:p/>
          <a:p>
            <a:r>
              <a:t>Data Layer</a:t>
            </a:r>
          </a:p>
          <a:p>
            <a:r>
              <a:t>- User Input</a:t>
            </a:r>
          </a:p>
          <a:p>
            <a:r>
              <a:t>- Wellness Tracking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Dashboard Module – Displays wellness summary</a:t>
            </a:r>
          </a:p>
          <a:p>
            <a:r>
              <a:t>2. Health Tracker Module – Shows health monitoring details</a:t>
            </a:r>
          </a:p>
          <a:p>
            <a:r>
              <a:t>3. Daily Goals Module – Allows users to add daily wellness goals</a:t>
            </a:r>
          </a:p>
          <a:p>
            <a:r>
              <a:t>4. Progress Module – Displays overall progress</a:t>
            </a:r>
          </a:p>
          <a:p>
            <a:r>
              <a:t>5. Profile Module – Stores user personal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four wellness panels:</a:t>
            </a:r>
          </a:p>
          <a:p>
            <a:r>
              <a:t>- Daily Steps Tracker</a:t>
            </a:r>
          </a:p>
          <a:p>
            <a:r>
              <a:t>- Water Intake Tracker</a:t>
            </a:r>
          </a:p>
          <a:p>
            <a:r>
              <a:t>- Sleep Tracker</a:t>
            </a:r>
          </a:p>
          <a:p>
            <a:r>
              <a:t>- Mood Tracking</a:t>
            </a:r>
          </a:p>
          <a:p/>
          <a:p>
            <a:r>
              <a:t>Progress bars visually show user progress.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Tracker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information about wellness activities.</a:t>
            </a:r>
          </a:p>
          <a:p>
            <a:r>
              <a:t>Displays guidelines for maintaining a healthy lifestyle.</a:t>
            </a:r>
          </a:p>
          <a:p>
            <a:r>
              <a:t>Includes:</a:t>
            </a:r>
          </a:p>
          <a:p>
            <a:r>
              <a:t>- Steps monitoring</a:t>
            </a:r>
          </a:p>
          <a:p>
            <a:r>
              <a:t>- Water intake tracking</a:t>
            </a:r>
          </a:p>
          <a:p>
            <a:r>
              <a:t>- Sleep monitoring</a:t>
            </a:r>
          </a:p>
          <a:p>
            <a:r>
              <a:t>- Mood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Goals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can enter their daily wellness goals.</a:t>
            </a:r>
          </a:p>
          <a:p>
            <a:r>
              <a:t>Goals are stored in a dynamic list.</a:t>
            </a:r>
          </a:p>
          <a:p>
            <a:r>
              <a:t>Users can continuously add new goals.</a:t>
            </a:r>
          </a:p>
          <a:p>
            <a:r>
              <a:t>Helps users stay motivated and organized.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an overview of wellness progress.</a:t>
            </a:r>
          </a:p>
          <a:p>
            <a:r>
              <a:t>Shows completion percentages for:</a:t>
            </a:r>
          </a:p>
          <a:p>
            <a:r>
              <a:t>- Steps</a:t>
            </a:r>
          </a:p>
          <a:p>
            <a:r>
              <a:t>- Water Intake</a:t>
            </a:r>
          </a:p>
          <a:p>
            <a:r>
              <a:t>- Sleep Quality</a:t>
            </a:r>
          </a:p>
          <a:p>
            <a:r>
              <a:t>Encourages users to maintain healthy habits.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personal user information:</a:t>
            </a:r>
          </a:p>
          <a:p>
            <a:r>
              <a:t>- Name</a:t>
            </a:r>
          </a:p>
          <a:p>
            <a:r>
              <a:t>- Age</a:t>
            </a:r>
          </a:p>
          <a:p>
            <a:r>
              <a:t>- Weight</a:t>
            </a:r>
          </a:p>
          <a:p>
            <a:r>
              <a:t>- Height</a:t>
            </a:r>
          </a:p>
          <a:p/>
          <a:p>
            <a:r>
              <a:t>Users can save their profile information.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design a Java-based wellness tracking system.</a:t>
            </a:r>
          </a:p>
          <a:p>
            <a:r>
              <a:t>To help users maintain a healthy lifestyle.</a:t>
            </a:r>
          </a:p>
          <a:p>
            <a:r>
              <a:t>To implement GUI using Java Swing.</a:t>
            </a:r>
          </a:p>
          <a:p>
            <a:r>
              <a:t>To visualize health progress using progress bars.</a:t>
            </a:r>
          </a:p>
          <a:p>
            <a:r>
              <a:t>To demonstrate event-driven programming.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Lifestyle Wellness Companion System successfully demonstrates a simple health monitoring platform using Java Swing.</a:t>
            </a:r>
          </a:p>
          <a:p>
            <a:r>
              <a:t>The application provides an interactive dashboard for tracking wellness activities.</a:t>
            </a:r>
          </a:p>
          <a:p>
            <a:r>
              <a:t>It improves user awareness of health habits.</a:t>
            </a:r>
          </a:p>
          <a:p>
            <a:r>
              <a:t>The project demonstrates GUI programming, event handling, and modular design in Java.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